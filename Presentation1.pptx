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A0FF0-0479-D4FA-4412-005A6DE71A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5A3657-E9B1-8210-530E-455C55C885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DB9433-0CCD-3FC0-AC0B-B761BBF70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79704-DE1F-4513-B426-F5DED90540B6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9051AD-9392-86FE-231F-4A0152E64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68AC84-8B4E-3709-0026-776E6ACB0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4AF80-3595-4E0D-97B8-D840C00D0A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237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23033-55C6-95D9-729F-A0B794EFA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62571C-2B8A-429E-0520-4E20A42008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38E180-818F-AB52-6904-919C471AD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79704-DE1F-4513-B426-F5DED90540B6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648089-8405-8027-DDF2-07593951D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68ACD7-7626-B738-EE51-6BA236425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4AF80-3595-4E0D-97B8-D840C00D0A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163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A046B-132A-A796-50DE-566A35AE9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48DDD6-DBF4-FEBF-0E3A-7C3BCAD18C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5D9DA7-2790-2561-7228-26AEEF30C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79704-DE1F-4513-B426-F5DED90540B6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324408-0FE8-DFF3-75A2-4BDFFEBAD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B12078-3009-73D4-2BD7-BF6FF3CD4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4AF80-3595-4E0D-97B8-D840C00D0A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836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A67CC-D040-C0E4-6A17-A95BC0F9E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B7FA1-A08E-8CA0-12B2-67456678A3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34B45F-8363-C757-C7E8-5A327C649D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32B27A-91E0-6B90-AECC-5DF1839E5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79704-DE1F-4513-B426-F5DED90540B6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3A8FA0-12F3-6A4D-A9C8-5D86251B2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A6C1EB-C243-ADF3-F753-95C2C1B76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4AF80-3595-4E0D-97B8-D840C00D0A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169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642AD-1E78-709F-AB80-F1E5AE54D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17F97E-C6DE-2BB7-2AB3-F7E3DF2CC6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887CD7-F022-C754-D151-F385D90E0E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264F7E-E92E-D511-D9DA-699DB47A2C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DB191E-E07E-5A4B-D390-01DF352C98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4AAABF-EB76-B692-5143-FE8093602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79704-DE1F-4513-B426-F5DED90540B6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B5DA64-17A0-0533-638B-E01F6227B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1EE343-440C-B627-3DCB-DE1FAB596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4AF80-3595-4E0D-97B8-D840C00D0A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520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AAAA4-978F-ED40-D3A1-F262DB79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C11639-837C-AAB7-6737-B0A995A15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79704-DE1F-4513-B426-F5DED90540B6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F6C7DB-3676-96A3-3795-4C0598E9F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E4D187-7768-B835-583B-68A4D3323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4AF80-3595-4E0D-97B8-D840C00D0A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76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795DE3-1B29-4384-39AF-8A490023C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79704-DE1F-4513-B426-F5DED90540B6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6B2FC3-4F0E-8BF0-B74A-19DAA14E2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CC4C01-0C74-DC1D-73D5-93426E329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4AF80-3595-4E0D-97B8-D840C00D0A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533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22A58-A16B-9B29-2EE3-C9B0025A8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E8AA1C-9648-AA02-BC74-88CA116DD8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AE2F7B-BF3D-8454-578C-385DD08B8E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38F362-7FBA-E6B2-75AC-266ED5E71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79704-DE1F-4513-B426-F5DED90540B6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7C060C-D9F3-CED6-937B-BAF2F0AF0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B639FB-90A4-7E35-0E15-157125DC4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4AF80-3595-4E0D-97B8-D840C00D0A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78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DC1A7-D1B3-2CD7-C2CD-E070F8EBD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9389BE-9935-B64A-FBFA-F88B0C81C1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DBCA92-A541-8519-2054-64F5A20F50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8F8E5E-A0B3-0F13-AF0F-4747263F8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79704-DE1F-4513-B426-F5DED90540B6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FF292E-E6CD-32F4-4BC4-CE7C1A1B3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5A07CC-240E-1081-8E38-D1357E86E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4AF80-3595-4E0D-97B8-D840C00D0A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6943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F5C4C-C387-C071-71D6-B37CAB907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5460F3-63AC-8FF0-98A2-27F6BB9725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7166D1-7085-3AAF-97C3-13B6C3D28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79704-DE1F-4513-B426-F5DED90540B6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49606D-A5FF-0CE1-20C0-E024D1BB5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2C1A44-EE08-1522-B762-0D6C30CF0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4AF80-3595-4E0D-97B8-D840C00D0A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617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DBA8B27-C30D-7549-A960-3A6224EACA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E2D564-5673-FB46-A8C7-C47EBD79A7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7A3CBF-4748-38D2-59A8-6229A8AA8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79704-DE1F-4513-B426-F5DED90540B6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C00054-DDBF-8355-190F-32B19CB41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F64AB-79EC-65C9-7482-89F571C4A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4AF80-3595-4E0D-97B8-D840C00D0A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887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0F8D8A-A78C-172E-2901-45FEEFF86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9B8023-7126-B542-EADC-397D765BB8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05A2BF-2C9A-02BF-509B-4EB8159404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D79704-DE1F-4513-B426-F5DED90540B6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C6440E-DCCE-AAEF-D2E2-EBA6486B25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766D67-3A73-5CC0-557C-41FA328CAB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04AF80-3595-4E0D-97B8-D840C00D0A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812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F82603D-ACC3-EB36-B4E2-43B4269C8E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06" y="0"/>
            <a:ext cx="1380931" cy="52664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F3DD159-ED5F-9FA1-CB0D-3263EE10BC96}"/>
              </a:ext>
            </a:extLst>
          </p:cNvPr>
          <p:cNvSpPr txBox="1"/>
          <p:nvPr/>
        </p:nvSpPr>
        <p:spPr>
          <a:xfrm>
            <a:off x="8105192" y="78654"/>
            <a:ext cx="4086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dirty="0"/>
              <a:t>Báo cáo dự án cuối môn DDM501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4BB0D4-729F-CE6E-484F-8A1B508CC26A}"/>
              </a:ext>
            </a:extLst>
          </p:cNvPr>
          <p:cNvSpPr txBox="1"/>
          <p:nvPr/>
        </p:nvSpPr>
        <p:spPr>
          <a:xfrm>
            <a:off x="783771" y="1562868"/>
            <a:ext cx="84255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600" b="1" dirty="0">
                <a:solidFill>
                  <a:schemeClr val="accent1">
                    <a:lumMod val="75000"/>
                  </a:schemeClr>
                </a:solidFill>
              </a:rPr>
              <a:t>Hệ thống </a:t>
            </a:r>
            <a:r>
              <a:rPr lang="vi-VN" sz="3600" b="1" dirty="0" err="1">
                <a:solidFill>
                  <a:schemeClr val="accent1">
                    <a:lumMod val="75000"/>
                  </a:schemeClr>
                </a:solidFill>
              </a:rPr>
              <a:t>MLOps</a:t>
            </a:r>
            <a:r>
              <a:rPr lang="vi-VN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vi-VN" sz="3600" b="1" dirty="0" err="1">
                <a:solidFill>
                  <a:schemeClr val="accent1">
                    <a:lumMod val="75000"/>
                  </a:schemeClr>
                </a:solidFill>
              </a:rPr>
              <a:t>End</a:t>
            </a:r>
            <a:r>
              <a:rPr lang="vi-VN" sz="3600" b="1" dirty="0">
                <a:solidFill>
                  <a:schemeClr val="accent1">
                    <a:lumMod val="75000"/>
                  </a:schemeClr>
                </a:solidFill>
              </a:rPr>
              <a:t> – to – </a:t>
            </a:r>
            <a:r>
              <a:rPr lang="vi-VN" sz="3600" b="1" dirty="0" err="1">
                <a:solidFill>
                  <a:schemeClr val="accent1">
                    <a:lumMod val="75000"/>
                  </a:schemeClr>
                </a:solidFill>
              </a:rPr>
              <a:t>End</a:t>
            </a:r>
            <a:r>
              <a:rPr lang="vi-VN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r>
              <a:rPr lang="vi-VN" sz="3600" b="1" dirty="0">
                <a:solidFill>
                  <a:schemeClr val="accent1">
                    <a:lumMod val="75000"/>
                  </a:schemeClr>
                </a:solidFill>
              </a:rPr>
              <a:t>Phát hiện gian lận thẻ tín dụng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102558-8EE6-FEB6-0ED3-77421A8AA1FA}"/>
              </a:ext>
            </a:extLst>
          </p:cNvPr>
          <p:cNvSpPr txBox="1"/>
          <p:nvPr/>
        </p:nvSpPr>
        <p:spPr>
          <a:xfrm>
            <a:off x="783771" y="3244334"/>
            <a:ext cx="408680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b="1" dirty="0"/>
              <a:t>Môn học</a:t>
            </a:r>
            <a:r>
              <a:rPr lang="vi-VN" dirty="0"/>
              <a:t>: 	DDM501</a:t>
            </a:r>
          </a:p>
          <a:p>
            <a:r>
              <a:rPr lang="vi-VN" b="1" dirty="0"/>
              <a:t>Giảng viên</a:t>
            </a:r>
            <a:r>
              <a:rPr lang="vi-VN" dirty="0"/>
              <a:t>: 	Nguyễn Doãn Đông</a:t>
            </a:r>
            <a:br>
              <a:rPr lang="vi-VN" dirty="0"/>
            </a:br>
            <a:r>
              <a:rPr lang="vi-VN" b="1" dirty="0"/>
              <a:t>Thành viên trình bày</a:t>
            </a:r>
            <a:r>
              <a:rPr lang="vi-VN" dirty="0"/>
              <a:t>:</a:t>
            </a:r>
            <a:br>
              <a:rPr lang="vi-VN" dirty="0"/>
            </a:br>
            <a:r>
              <a:rPr lang="vi-VN" dirty="0"/>
              <a:t>    	- Nguyễn Trung Kiên</a:t>
            </a:r>
          </a:p>
          <a:p>
            <a:r>
              <a:rPr lang="vi-VN" dirty="0"/>
              <a:t>	- Lưu Đức Tùng</a:t>
            </a:r>
          </a:p>
          <a:p>
            <a:r>
              <a:rPr lang="vi-VN" dirty="0"/>
              <a:t>	- Lê Trung Thành</a:t>
            </a:r>
          </a:p>
          <a:p>
            <a:r>
              <a:rPr lang="vi-VN" b="1" dirty="0"/>
              <a:t>Ngày trình bày</a:t>
            </a:r>
            <a:r>
              <a:rPr lang="vi-VN" dirty="0"/>
              <a:t>: 	25/03/2026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58706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F82603D-ACC3-EB36-B4E2-43B4269C8E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06" y="0"/>
            <a:ext cx="1380931" cy="52664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7E36BE6-E7CE-BE2E-7FB2-7EF6883065C0}"/>
              </a:ext>
            </a:extLst>
          </p:cNvPr>
          <p:cNvSpPr txBox="1"/>
          <p:nvPr/>
        </p:nvSpPr>
        <p:spPr>
          <a:xfrm>
            <a:off x="3048778" y="3105835"/>
            <a:ext cx="609755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1800" b="1" dirty="0">
                <a:solidFill>
                  <a:schemeClr val="accent1">
                    <a:lumMod val="75000"/>
                  </a:schemeClr>
                </a:solidFill>
              </a:rPr>
              <a:t>Nội dung trình bày</a:t>
            </a:r>
          </a:p>
          <a:p>
            <a:r>
              <a:rPr lang="vi-VN" b="1" dirty="0">
                <a:solidFill>
                  <a:schemeClr val="accent1">
                    <a:lumMod val="75000"/>
                  </a:schemeClr>
                </a:solidFill>
              </a:rPr>
              <a:t>Phần 1: Tự động hóa </a:t>
            </a:r>
            <a:r>
              <a:rPr lang="vi-VN" b="1" dirty="0" err="1">
                <a:solidFill>
                  <a:schemeClr val="accent1">
                    <a:lumMod val="75000"/>
                  </a:schemeClr>
                </a:solidFill>
              </a:rPr>
              <a:t>Pipeline</a:t>
            </a:r>
            <a:r>
              <a:rPr lang="vi-VN" b="1" dirty="0">
                <a:solidFill>
                  <a:schemeClr val="accent1">
                    <a:lumMod val="75000"/>
                  </a:schemeClr>
                </a:solidFill>
              </a:rPr>
              <a:t> và </a:t>
            </a:r>
            <a:r>
              <a:rPr lang="vi-VN" b="1" dirty="0" err="1">
                <a:solidFill>
                  <a:schemeClr val="accent1">
                    <a:lumMod val="75000"/>
                  </a:schemeClr>
                </a:solidFill>
              </a:rPr>
              <a:t>Data</a:t>
            </a:r>
            <a:br>
              <a:rPr lang="vi-VN" b="1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vi-VN" b="1" dirty="0">
                <a:solidFill>
                  <a:schemeClr val="accent1">
                    <a:lumMod val="75000"/>
                  </a:schemeClr>
                </a:solidFill>
              </a:rPr>
              <a:t>Phần 2: </a:t>
            </a:r>
            <a:r>
              <a:rPr lang="vi-VN" b="1" dirty="0" err="1">
                <a:solidFill>
                  <a:schemeClr val="accent1">
                    <a:lumMod val="75000"/>
                  </a:schemeClr>
                </a:solidFill>
              </a:rPr>
              <a:t>Model</a:t>
            </a:r>
            <a:r>
              <a:rPr lang="vi-VN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vi-VN" b="1" dirty="0" err="1">
                <a:solidFill>
                  <a:schemeClr val="accent1">
                    <a:lumMod val="75000"/>
                  </a:schemeClr>
                </a:solidFill>
              </a:rPr>
              <a:t>Registry</a:t>
            </a:r>
            <a:r>
              <a:rPr lang="vi-VN" b="1" dirty="0">
                <a:solidFill>
                  <a:schemeClr val="accent1">
                    <a:lumMod val="75000"/>
                  </a:schemeClr>
                </a:solidFill>
              </a:rPr>
              <a:t> và </a:t>
            </a:r>
            <a:r>
              <a:rPr lang="vi-VN" b="1" dirty="0" err="1">
                <a:solidFill>
                  <a:schemeClr val="accent1">
                    <a:lumMod val="75000"/>
                  </a:schemeClr>
                </a:solidFill>
              </a:rPr>
              <a:t>Serving</a:t>
            </a:r>
            <a:r>
              <a:rPr lang="vi-VN" b="1" dirty="0">
                <a:solidFill>
                  <a:schemeClr val="accent1">
                    <a:lumMod val="75000"/>
                  </a:schemeClr>
                </a:solidFill>
              </a:rPr>
              <a:t> API</a:t>
            </a:r>
            <a:endParaRPr lang="en-US" sz="18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15279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F82603D-ACC3-EB36-B4E2-43B4269C8E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06" y="0"/>
            <a:ext cx="1380931" cy="526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6067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F82603D-ACC3-EB36-B4E2-43B4269C8E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06" y="0"/>
            <a:ext cx="1380931" cy="526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1260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F82603D-ACC3-EB36-B4E2-43B4269C8E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06" y="0"/>
            <a:ext cx="1380931" cy="526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1154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F82603D-ACC3-EB36-B4E2-43B4269C8E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06" y="0"/>
            <a:ext cx="1380931" cy="526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7135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F82603D-ACC3-EB36-B4E2-43B4269C8E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06" y="0"/>
            <a:ext cx="1380931" cy="526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3135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F82603D-ACC3-EB36-B4E2-43B4269C8E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06" y="0"/>
            <a:ext cx="1380931" cy="526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0832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F82603D-ACC3-EB36-B4E2-43B4269C8E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06" y="0"/>
            <a:ext cx="1380931" cy="526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9196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</Words>
  <Application>Microsoft Office PowerPoint</Application>
  <PresentationFormat>Widescreen</PresentationFormat>
  <Paragraphs>10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Nguyen Trung Kien</dc:creator>
  <cp:lastModifiedBy>Nguyen Trung Kien</cp:lastModifiedBy>
  <cp:revision>1</cp:revision>
  <dcterms:created xsi:type="dcterms:W3CDTF">2026-03-25T07:10:17Z</dcterms:created>
  <dcterms:modified xsi:type="dcterms:W3CDTF">2026-03-25T07:10:17Z</dcterms:modified>
</cp:coreProperties>
</file>